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59" r:id="rId4"/>
    <p:sldId id="263" r:id="rId5"/>
    <p:sldId id="260" r:id="rId6"/>
    <p:sldId id="267" r:id="rId7"/>
    <p:sldId id="268" r:id="rId8"/>
    <p:sldId id="269" r:id="rId9"/>
    <p:sldId id="261" r:id="rId10"/>
    <p:sldId id="262" r:id="rId11"/>
    <p:sldId id="265" r:id="rId12"/>
  </p:sldIdLst>
  <p:sldSz cx="9144000" cy="5143500" type="screen16x9"/>
  <p:notesSz cx="6858000" cy="9144000"/>
  <p:embeddedFontLst>
    <p:embeddedFont>
      <p:font typeface="Libre Franklin" pitchFamily="2" charset="0"/>
      <p:regular r:id="rId14"/>
      <p:bold r:id="rId15"/>
      <p:italic r:id="rId16"/>
      <p:boldItalic r:id="rId17"/>
    </p:embeddedFont>
    <p:embeddedFont>
      <p:font typeface="Libre Franklin Light" pitchFamily="2" charset="0"/>
      <p:regular r:id="rId18"/>
      <p:bold r:id="rId19"/>
      <p:italic r:id="rId20"/>
      <p:boldItalic r:id="rId21"/>
    </p:embeddedFont>
    <p:embeddedFont>
      <p:font typeface="Libre Franklin SemiBold" pitchFamily="2" charset="0"/>
      <p:regular r:id="rId22"/>
      <p:bold r:id="rId23"/>
      <p:italic r:id="rId24"/>
      <p:boldItalic r:id="rId25"/>
    </p:embeddedFont>
    <p:embeddedFont>
      <p:font typeface="Nunito Sans" pitchFamily="2" charset="0"/>
      <p:regular r:id="rId26"/>
      <p:bold r:id="rId27"/>
      <p:italic r:id="rId28"/>
      <p:boldItalic r:id="rId29"/>
    </p:embeddedFont>
    <p:embeddedFont>
      <p:font typeface="Nunito Sans ExtraBold" pitchFamily="2" charset="0"/>
      <p:bold r:id="rId30"/>
      <p:boldItalic r:id="rId31"/>
    </p:embeddedFont>
    <p:embeddedFont>
      <p:font typeface="Saira" panose="020B0604020202020204" charset="0"/>
      <p:regular r:id="rId32"/>
      <p:bold r:id="rId33"/>
    </p:embeddedFont>
    <p:embeddedFont>
      <p:font typeface="Saira Light" panose="020B0604020202020204" charset="0"/>
      <p:regular r:id="rId34"/>
      <p:bold r:id="rId35"/>
    </p:embeddedFont>
    <p:embeddedFont>
      <p:font typeface="Saira Medium" panose="020B0604020202020204" charset="0"/>
      <p:regular r:id="rId36"/>
      <p:bold r:id="rId37"/>
    </p:embeddedFont>
    <p:embeddedFont>
      <p:font typeface="Saira SemiCondensed Medium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2094" y="9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d9c45342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d9c45342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54e3506d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54e3506d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Slide for SEDS General Meetings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d1f59abc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d1f59abc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d1f59abc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d1f59abc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d6af51c3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d6af51c3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d6af51c3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d6af51c3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868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d6af51c3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d6af51c3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136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d6af51c3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d6af51c3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618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d1f59abc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d1f59abc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d1f59abc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d1f59abc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d1f59abc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d1f59abca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3259750" y="4497850"/>
            <a:ext cx="20760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●"/>
              <a:defRPr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○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■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●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○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■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●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○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1800"/>
              <a:buFont typeface="Saira SemiCondensed Medium"/>
              <a:buChar char="■"/>
              <a:defRPr sz="180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032725" y="782125"/>
            <a:ext cx="7048800" cy="18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DAAA00"/>
                </a:solidFill>
                <a:latin typeface="Saira Light"/>
                <a:ea typeface="Saira Light"/>
                <a:cs typeface="Saira Light"/>
                <a:sym typeface="Sai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1032723" y="2693512"/>
            <a:ext cx="7048800" cy="12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rgbClr val="E7E6E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1032725" y="2705800"/>
            <a:ext cx="7048800" cy="12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218500" y="4518250"/>
            <a:ext cx="30993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Saira"/>
                <a:ea typeface="Saira"/>
                <a:cs typeface="Saira"/>
                <a:sym typeface="Saira"/>
              </a:rPr>
              <a:t>PURDUE SPACE PROGRAM</a:t>
            </a:r>
            <a:endParaRPr sz="1800">
              <a:solidFill>
                <a:schemeClr val="accent2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1900" y="3825"/>
            <a:ext cx="9144000" cy="3117000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ibre Franklin SemiBold"/>
              <a:buNone/>
              <a:defRPr sz="48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Libre Franklin SemiBold"/>
              <a:buNone/>
              <a:defRPr sz="3600">
                <a:latin typeface="Libre Franklin SemiBold"/>
                <a:ea typeface="Libre Franklin SemiBold"/>
                <a:cs typeface="Libre Franklin SemiBold"/>
                <a:sym typeface="Libre Franklin SemiBo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900" y="3825"/>
            <a:ext cx="9144000" cy="1148700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75613"/>
            <a:ext cx="8520600" cy="32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256500"/>
            <a:ext cx="3999900" cy="33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256500"/>
            <a:ext cx="3999900" cy="33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1900" y="3825"/>
            <a:ext cx="9144000" cy="1148700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1900" y="3825"/>
            <a:ext cx="9144000" cy="1148700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DAAA00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None/>
              <a:defRPr sz="4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8"/>
          <p:cNvPicPr preferRelativeResize="0"/>
          <p:nvPr/>
        </p:nvPicPr>
        <p:blipFill rotWithShape="1">
          <a:blip r:embed="rId2">
            <a:alphaModFix/>
          </a:blip>
          <a:srcRect l="169" r="169"/>
          <a:stretch/>
        </p:blipFill>
        <p:spPr>
          <a:xfrm>
            <a:off x="8153225" y="4521300"/>
            <a:ext cx="762176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2100" y="0"/>
            <a:ext cx="4572000" cy="5143500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DAAA00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600"/>
              <a:buFont typeface="Nunito Sans ExtraBold"/>
              <a:buNone/>
              <a:defRPr sz="9600">
                <a:solidFill>
                  <a:srgbClr val="26262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●"/>
              <a:defRPr sz="2400">
                <a:solidFill>
                  <a:srgbClr val="262626"/>
                </a:solidFill>
              </a:defRPr>
            </a:lvl1pPr>
            <a:lvl2pPr marL="914400" lvl="1" indent="-381000" algn="ctr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2400"/>
              <a:buChar char="○"/>
              <a:defRPr sz="2400">
                <a:solidFill>
                  <a:srgbClr val="262626"/>
                </a:solidFill>
              </a:defRPr>
            </a:lvl2pPr>
            <a:lvl3pPr marL="1371600" lvl="2" indent="-381000" algn="ctr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2400"/>
              <a:buChar char="■"/>
              <a:defRPr sz="2400">
                <a:solidFill>
                  <a:srgbClr val="262626"/>
                </a:solidFill>
              </a:defRPr>
            </a:lvl3pPr>
            <a:lvl4pPr marL="1828800" lvl="3" indent="-381000" algn="ctr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2400"/>
              <a:buChar char="●"/>
              <a:defRPr sz="2400">
                <a:solidFill>
                  <a:srgbClr val="262626"/>
                </a:solidFill>
              </a:defRPr>
            </a:lvl4pPr>
            <a:lvl5pPr marL="2286000" lvl="4" indent="-381000" algn="ctr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2400"/>
              <a:buChar char="○"/>
              <a:defRPr sz="2400">
                <a:solidFill>
                  <a:srgbClr val="262626"/>
                </a:solidFill>
              </a:defRPr>
            </a:lvl5pPr>
            <a:lvl6pPr marL="2743200" lvl="5" indent="-381000" algn="ctr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2400"/>
              <a:buChar char="■"/>
              <a:defRPr sz="2400">
                <a:solidFill>
                  <a:srgbClr val="262626"/>
                </a:solidFill>
              </a:defRPr>
            </a:lvl6pPr>
            <a:lvl7pPr marL="3200400" lvl="6" indent="-381000" algn="ctr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2400"/>
              <a:buChar char="●"/>
              <a:defRPr sz="2400">
                <a:solidFill>
                  <a:srgbClr val="262626"/>
                </a:solidFill>
              </a:defRPr>
            </a:lvl7pPr>
            <a:lvl8pPr marL="3657600" lvl="7" indent="-381000" algn="ctr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2400"/>
              <a:buChar char="○"/>
              <a:defRPr sz="2400">
                <a:solidFill>
                  <a:srgbClr val="262626"/>
                </a:solidFill>
              </a:defRPr>
            </a:lvl8pPr>
            <a:lvl9pPr marL="4114800" lvl="8" indent="-381000" algn="ctr">
              <a:spcBef>
                <a:spcPts val="1600"/>
              </a:spcBef>
              <a:spcAft>
                <a:spcPts val="1600"/>
              </a:spcAft>
              <a:buClr>
                <a:srgbClr val="262626"/>
              </a:buClr>
              <a:buSzPts val="2400"/>
              <a:buChar char="■"/>
              <a:defRPr sz="240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1"/>
          <p:cNvPicPr preferRelativeResize="0"/>
          <p:nvPr/>
        </p:nvPicPr>
        <p:blipFill rotWithShape="1">
          <a:blip r:embed="rId2">
            <a:alphaModFix/>
          </a:blip>
          <a:srcRect l="169" r="169"/>
          <a:stretch/>
        </p:blipFill>
        <p:spPr>
          <a:xfrm>
            <a:off x="8153225" y="4521300"/>
            <a:ext cx="762176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">
  <p:cSld name="CUSTOM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457200" y="2135850"/>
            <a:ext cx="8520600" cy="5727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469775" y="2708550"/>
            <a:ext cx="30567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FBFB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purdueseds.space @purdue_seds</a:t>
            </a:r>
            <a:endParaRPr>
              <a:solidFill>
                <a:srgbClr val="BFBFB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2950" y="4568550"/>
            <a:ext cx="1670874" cy="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 l="89" r="89"/>
          <a:stretch/>
        </p:blipFill>
        <p:spPr>
          <a:xfrm>
            <a:off x="8153225" y="4521300"/>
            <a:ext cx="762176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4">
            <a:alphaModFix/>
          </a:blip>
          <a:srcRect l="89" r="89"/>
          <a:stretch/>
        </p:blipFill>
        <p:spPr>
          <a:xfrm>
            <a:off x="8153225" y="4521300"/>
            <a:ext cx="762176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ts val="3000"/>
              <a:buFont typeface="Libre Franklin Light"/>
              <a:buNone/>
              <a:defRPr sz="3000">
                <a:solidFill>
                  <a:srgbClr val="DAAA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Libre Franklin"/>
              <a:buChar char="●"/>
              <a:defRPr sz="1800"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Libre Franklin"/>
              <a:buChar char="○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Libre Franklin"/>
              <a:buChar char="■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Libre Franklin"/>
              <a:buChar char="●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Libre Franklin"/>
              <a:buChar char="○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Libre Franklin"/>
              <a:buChar char="■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Libre Franklin"/>
              <a:buChar char="●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Libre Franklin"/>
              <a:buChar char="○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17500">
              <a:lnSpc>
                <a:spcPct val="130000"/>
              </a:lnSpc>
              <a:spcBef>
                <a:spcPts val="1600"/>
              </a:spcBef>
              <a:spcAft>
                <a:spcPts val="1600"/>
              </a:spcAft>
              <a:buClr>
                <a:srgbClr val="D9D9D9"/>
              </a:buClr>
              <a:buSzPts val="1400"/>
              <a:buFont typeface="Libre Franklin"/>
              <a:buChar char="■"/>
              <a:defRPr>
                <a:solidFill>
                  <a:srgbClr val="D9D9D9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311708" y="45688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subTitle" idx="2"/>
          </p:nvPr>
        </p:nvSpPr>
        <p:spPr>
          <a:xfrm>
            <a:off x="1032725" y="2705800"/>
            <a:ext cx="7048800" cy="12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Bryce Tucker, Press/Purge RE</a:t>
            </a:r>
            <a:endParaRPr i="1" dirty="0"/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1032725" y="782125"/>
            <a:ext cx="7048800" cy="18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Press System PDR Draft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259750" y="4497850"/>
            <a:ext cx="20760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Liquids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" y="0"/>
            <a:ext cx="912373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l="39" r="39"/>
          <a:stretch/>
        </p:blipFill>
        <p:spPr>
          <a:xfrm>
            <a:off x="2485701" y="1224201"/>
            <a:ext cx="4172602" cy="21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155138" y="3804025"/>
            <a:ext cx="68337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Saira Medium"/>
                <a:ea typeface="Saira Medium"/>
                <a:cs typeface="Saira Medium"/>
                <a:sym typeface="Saira Medium"/>
              </a:rPr>
              <a:t>PURDUE SPACE PROGRAM: </a:t>
            </a:r>
            <a:r>
              <a:rPr lang="en" sz="1800">
                <a:solidFill>
                  <a:srgbClr val="EFEFEF"/>
                </a:solidFill>
                <a:latin typeface="Saira Light"/>
                <a:ea typeface="Saira Light"/>
                <a:cs typeface="Saira Light"/>
                <a:sym typeface="Saira Light"/>
              </a:rPr>
              <a:t>A SEDS Chapter</a:t>
            </a:r>
            <a:endParaRPr sz="1800">
              <a:solidFill>
                <a:srgbClr val="EFEFEF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Expect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256500"/>
            <a:ext cx="6444600" cy="33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Clr>
                <a:srgbClr val="DAAA00"/>
              </a:buClr>
              <a:buSzPct val="100000"/>
              <a:buFont typeface="+mj-lt"/>
              <a:buAutoNum type="arabicPeriod"/>
            </a:pPr>
            <a:r>
              <a:rPr lang="en-US" sz="1050" dirty="0"/>
              <a:t>Systems Overview</a:t>
            </a:r>
            <a:endParaRPr sz="1050"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DAAA00"/>
              </a:buClr>
              <a:buSzPct val="100000"/>
              <a:buFont typeface="+mj-lt"/>
              <a:buAutoNum type="arabicPeriod"/>
            </a:pPr>
            <a:r>
              <a:rPr lang="en-US" sz="1050" dirty="0"/>
              <a:t>Press System</a:t>
            </a:r>
          </a:p>
          <a:p>
            <a:pPr marL="800100" lvl="1" indent="-228600">
              <a:spcBef>
                <a:spcPts val="1000"/>
              </a:spcBef>
              <a:buClr>
                <a:srgbClr val="DAAA00"/>
              </a:buClr>
              <a:buSzPct val="100000"/>
              <a:buFont typeface="+mj-lt"/>
              <a:buAutoNum type="arabicPeriod"/>
            </a:pPr>
            <a:r>
              <a:rPr lang="en-US" sz="1000" dirty="0"/>
              <a:t>Gas volume</a:t>
            </a:r>
          </a:p>
          <a:p>
            <a:pPr marL="800100" lvl="1" indent="-228600">
              <a:spcBef>
                <a:spcPts val="1000"/>
              </a:spcBef>
              <a:buClr>
                <a:srgbClr val="DAAA00"/>
              </a:buClr>
              <a:buSzPct val="100000"/>
              <a:buFont typeface="+mj-lt"/>
              <a:buAutoNum type="arabicPeriod"/>
            </a:pPr>
            <a:r>
              <a:rPr lang="en-US" sz="1000" dirty="0"/>
              <a:t>Gas flow</a:t>
            </a:r>
          </a:p>
          <a:p>
            <a:pPr marL="800100" lvl="1" indent="-228600">
              <a:spcBef>
                <a:spcPts val="1000"/>
              </a:spcBef>
              <a:buClr>
                <a:srgbClr val="DAAA00"/>
              </a:buClr>
              <a:buSzPct val="100000"/>
              <a:buFont typeface="+mj-lt"/>
              <a:buAutoNum type="arabicPeriod"/>
            </a:pPr>
            <a:r>
              <a:rPr lang="en-US" sz="1000" dirty="0"/>
              <a:t>Gas pressure drop</a:t>
            </a:r>
          </a:p>
          <a:p>
            <a:pPr marL="342900" indent="-228600">
              <a:spcBef>
                <a:spcPts val="1000"/>
              </a:spcBef>
              <a:buClr>
                <a:srgbClr val="DAAA00"/>
              </a:buClr>
              <a:buSzPct val="100000"/>
              <a:buFont typeface="+mj-lt"/>
              <a:buAutoNum type="arabicPeriod"/>
            </a:pPr>
            <a:r>
              <a:rPr lang="en-US" sz="1200" dirty="0"/>
              <a:t>Relief System</a:t>
            </a:r>
          </a:p>
          <a:p>
            <a:pPr marL="342900" indent="-228600">
              <a:spcBef>
                <a:spcPts val="1000"/>
              </a:spcBef>
              <a:buClr>
                <a:srgbClr val="DAAA00"/>
              </a:buClr>
              <a:buSzPct val="100000"/>
              <a:buFont typeface="+mj-lt"/>
              <a:buAutoNum type="arabicPeriod"/>
            </a:pPr>
            <a:r>
              <a:rPr lang="en-US" sz="1200" dirty="0"/>
              <a:t>Purge System</a:t>
            </a:r>
          </a:p>
          <a:p>
            <a:pPr marL="342900" indent="-228600">
              <a:spcBef>
                <a:spcPts val="1000"/>
              </a:spcBef>
              <a:buClr>
                <a:srgbClr val="DAAA00"/>
              </a:buClr>
              <a:buSzPct val="100000"/>
              <a:buFont typeface="+mj-lt"/>
              <a:buAutoNum type="arabicPeriod"/>
            </a:pPr>
            <a:endParaRPr sz="1200" dirty="0"/>
          </a:p>
        </p:txBody>
      </p:sp>
      <p:sp>
        <p:nvSpPr>
          <p:cNvPr id="90" name="Google Shape;90;p17"/>
          <p:cNvSpPr txBox="1"/>
          <p:nvPr/>
        </p:nvSpPr>
        <p:spPr>
          <a:xfrm>
            <a:off x="218500" y="4518250"/>
            <a:ext cx="30993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Saira"/>
                <a:ea typeface="Saira"/>
                <a:cs typeface="Saira"/>
                <a:sym typeface="Saira"/>
              </a:rPr>
              <a:t>PURDUE SPACE PROGRAM</a:t>
            </a:r>
            <a:endParaRPr sz="1800">
              <a:solidFill>
                <a:schemeClr val="accent2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259750" y="4497850"/>
            <a:ext cx="20760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>
                <a:solidFill>
                  <a:srgbClr val="DAAA00"/>
                </a:solidFill>
                <a:latin typeface="Saira SemiCondensed Medium"/>
                <a:ea typeface="Saira SemiCondensed Medium"/>
                <a:cs typeface="Saira SemiCondensed Medium"/>
                <a:sym typeface="Saira SemiCondensed Medium"/>
              </a:rPr>
              <a:t>Team Name</a:t>
            </a:r>
            <a:endParaRPr sz="1800" dirty="0">
              <a:solidFill>
                <a:srgbClr val="DAAA00"/>
              </a:solidFill>
              <a:latin typeface="Saira SemiCondensed Medium"/>
              <a:ea typeface="Saira SemiCondensed Medium"/>
              <a:cs typeface="Saira SemiCondensed Medium"/>
              <a:sym typeface="Saira SemiCondensed Medium"/>
            </a:endParaRPr>
          </a:p>
        </p:txBody>
      </p:sp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5335750" y="445025"/>
            <a:ext cx="34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6E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01/01/2020</a:t>
            </a:r>
            <a:endParaRPr sz="2400">
              <a:solidFill>
                <a:srgbClr val="E7E6E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Subteam/Transition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Propellant Combinations Considered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75613"/>
            <a:ext cx="8520600" cy="32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Propellant Combinations Considered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75613"/>
            <a:ext cx="8520600" cy="32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2510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Propellant Combinations Considered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75613"/>
            <a:ext cx="8520600" cy="32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253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Propellant Combinations Considered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75613"/>
            <a:ext cx="8520600" cy="32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Lorem ipsum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4919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Empowering students to innovate in space exploration.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Awesome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457200" y="2135850"/>
            <a:ext cx="8520600" cy="5727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P Dark Template.potx" id="{A04B3986-3DE6-4D1F-B737-C4752792B13C}" vid="{4302B001-CC9D-41B3-9516-847033D9870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PSP Dark Slides Template</Template>
  <TotalTime>5</TotalTime>
  <Words>109</Words>
  <Application>Microsoft Office PowerPoint</Application>
  <PresentationFormat>On-screen Show (16:9)</PresentationFormat>
  <Paragraphs>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Saira</vt:lpstr>
      <vt:lpstr>Nunito Sans</vt:lpstr>
      <vt:lpstr>Saira SemiCondensed Medium</vt:lpstr>
      <vt:lpstr>Nunito Sans ExtraBold</vt:lpstr>
      <vt:lpstr>Saira Light</vt:lpstr>
      <vt:lpstr>Saira Medium</vt:lpstr>
      <vt:lpstr>Arial</vt:lpstr>
      <vt:lpstr>Libre Franklin SemiBold</vt:lpstr>
      <vt:lpstr>Libre Franklin</vt:lpstr>
      <vt:lpstr>Libre Franklin Light</vt:lpstr>
      <vt:lpstr>Simple Dark</vt:lpstr>
      <vt:lpstr>Press System PDR Draft</vt:lpstr>
      <vt:lpstr>PowerPoint Presentation</vt:lpstr>
      <vt:lpstr>What to Expect</vt:lpstr>
      <vt:lpstr>Subteam/Transition</vt:lpstr>
      <vt:lpstr>Propellant Combinations Considered</vt:lpstr>
      <vt:lpstr>Propellant Combinations Considered</vt:lpstr>
      <vt:lpstr>Propellant Combinations Considered</vt:lpstr>
      <vt:lpstr>Propellant Combinations Considered</vt:lpstr>
      <vt:lpstr>Empowering students to innovate in space exploration.</vt:lpstr>
      <vt:lpstr>100%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Bryce Reed Tucker</dc:creator>
  <cp:lastModifiedBy>Bryce Reed Tucker</cp:lastModifiedBy>
  <cp:revision>1</cp:revision>
  <dcterms:created xsi:type="dcterms:W3CDTF">2024-07-20T01:37:37Z</dcterms:created>
  <dcterms:modified xsi:type="dcterms:W3CDTF">2024-07-20T01:43:11Z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2024-06-22T22:10:18Z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69a59e16-3591-4476-bcf9-363dca3ecfa5</vt:lpwstr>
  </property>
  <property fmtid="{D5CDD505-2E9C-101B-9397-08002B2CF9AE}" pid="8" name="MSIP_Label_4044bd30-2ed7-4c9d-9d12-46200872a97b_ContentBits">
    <vt:lpwstr>0</vt:lpwstr>
  </property>
</Properties>
</file>